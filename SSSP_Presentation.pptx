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EEAD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EEAD4"/>
                </a:solidFill>
                <a:latin typeface="Arial"/>
              </a:rPr>
              <a:t>Execution Time (s) by Dataset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A* Search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MovieLens</c:v>
                  </c:pt>
                  <c:pt idx="1">
                    <c:v>AmazonBooks</c:v>
                  </c:pt>
                  <c:pt idx="2">
                    <c:v>Netflix</c:v>
                  </c:pt>
                  <c:pt idx="3">
                    <c:v>Yelp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</c:v>
                </c:pt>
                <c:pt idx="1">
                  <c:v>0.3</c:v>
                </c:pt>
                <c:pt idx="2">
                  <c:v>0.8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Contraction Hierarchies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MovieLens</c:v>
                  </c:pt>
                  <c:pt idx="1">
                    <c:v>AmazonBooks</c:v>
                  </c:pt>
                  <c:pt idx="2">
                    <c:v>Netflix</c:v>
                  </c:pt>
                  <c:pt idx="3">
                    <c:v>Yelp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</c:v>
                </c:pt>
                <c:pt idx="1">
                  <c:v>2.5</c:v>
                </c:pt>
                <c:pt idx="2">
                  <c:v>6</c:v>
                </c:pt>
                <c:pt idx="3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3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B3A5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274320"/>
            <a:ext cx="1828800" cy="182880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 330  •  Design and Analysis of Algorithms  •  Spring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&amp; Visualization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Shortest Paths in Graphs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Networks  ·  5 Datasets  ·  4 SSSP Algorithms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323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87752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323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87752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Networks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64024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323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4024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Methods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0296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323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0296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0296" y="40233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/ NetworkX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8988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78992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SSSP? Why does it matter?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38988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68112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Category &amp;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networks — 5 real-world graphs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6700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8992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connected components, edge structure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6700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68112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SSSP Algorithms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Dijkstra, A*, Grid Graph SSSP, Contraction Hierarchies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9502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" y="3858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&amp;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78992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times, growth curves, visualizations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95020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68112" y="3858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key takeaways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13233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weighted graph G = (V, E, w), find the shortest paths from a source node s to all reachable nodes.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84832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3233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148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Single-Source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Shortest Path (SSSP)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min-cost path from one source to all other nodes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3192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substructure: sub-paths of shortest paths are also shortest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822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routing, navigation &amp; network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2084832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32338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148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Undirected, connected, weighted graph G(V, 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3192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(V): items, users, or entities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3822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(E): relationships with weight w ≥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4325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connected component extracted per dataset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2084832"/>
            <a:ext cx="2697480" cy="2788920"/>
          </a:xfrm>
          <a:prstGeom prst="roundRect">
            <a:avLst>
              <a:gd name="adj" fmla="val 3390"/>
            </a:avLst>
          </a:prstGeom>
          <a:solidFill>
            <a:srgbClr val="132338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21488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80760" y="28163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systems: shortest chain of co-purchases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33192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propagation in user-item graphs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38221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algorithm scalability on large graphs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432511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how a SSSP tree grows incrementally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Category: Recommendation Networks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networks model relationships between users and items (movies, books, products) based on ratings, co-purchases, or interactions. They are bipartite or user-item graphs used in collaborative filtering, and exhibit power-law degree distributions making SSSP a non-trivial challenge at scale.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301752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645920"/>
                <a:gridCol w="1463040"/>
                <a:gridCol w="1463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Nodes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Edges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rec-MovieLens100K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943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100,000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MovieLens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Small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rec-AmazonBooks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~8,000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~50,000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Amazon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rec-Netflix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17,770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100,480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Netflix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rec-Yelp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~200,000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~1,000,000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Yelp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3A5C"/>
                          </a:solidFill>
                        </a:rPr>
                        <a:t>Large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rec-AmazonFull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1,000,000+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100,000,000+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Amazon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</a:rPr>
                        <a:t>Very Large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Modelling &amp;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3233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7922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64792" y="161848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5104" y="1143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3233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75104" y="17922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Edges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83864" y="161848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94176" y="1143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3233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9664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16966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94176" y="17922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02936" y="161848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13248" y="1143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3233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88736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88873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13248" y="17922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LCC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22008" y="1618488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1430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132338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808" y="11887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179222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Algorithms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212848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132338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" y="2304288"/>
            <a:ext cx="1371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edge-list .txt files from Network Repository using pandas. Ignore comment lines (#).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75104" y="2212848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132338"/>
          </a:solidFill>
          <a:ln/>
        </p:spPr>
      </p:sp>
      <p:sp>
        <p:nvSpPr>
          <p:cNvPr id="31" name="Text 29"/>
          <p:cNvSpPr/>
          <p:nvPr/>
        </p:nvSpPr>
        <p:spPr>
          <a:xfrm>
            <a:off x="2048256" y="2304288"/>
            <a:ext cx="1371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first two columns (src, tgt). Remove duplicates, self-loops, and NaN values. Assign weight = 1.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94176" y="2212848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132338"/>
          </a:solidFill>
          <a:ln/>
        </p:spPr>
      </p:sp>
      <p:sp>
        <p:nvSpPr>
          <p:cNvPr id="33" name="Text 31"/>
          <p:cNvSpPr/>
          <p:nvPr/>
        </p:nvSpPr>
        <p:spPr>
          <a:xfrm>
            <a:off x="3767328" y="2304288"/>
            <a:ext cx="1371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undirected weighted graph with NetworkX from_pandas_edgelist(). Full edge attributes preserved.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13248" y="2212848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132338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0" y="2304288"/>
            <a:ext cx="1371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Largest Connected Component (LCC) to guarantee all SSSP queries are reachable.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2212848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132338"/>
          </a:solidFill>
          <a:ln/>
        </p:spPr>
      </p:sp>
      <p:sp>
        <p:nvSpPr>
          <p:cNvPr id="37" name="Text 35"/>
          <p:cNvSpPr/>
          <p:nvPr/>
        </p:nvSpPr>
        <p:spPr>
          <a:xfrm>
            <a:off x="7205472" y="2304288"/>
            <a:ext cx="1371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each SSSP method to the LCC from a fixed source node; record traversal order and timing.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SSSP Algorithms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0D948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Dijkstra Family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80360" y="117043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 + E) log V)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 — Binary Heap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" y="20116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SSSP using a min-heap priority queue. Greedily finalises the nearest unvisited node. Optimal for sparse graphs with non-negative weights.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768" y="25237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Python heapq. Visited set prevents reprocessing. Returns dist[], prev[], and traversal order[].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73168" y="1143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Heuristic-Guided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0" y="117043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O(E) best case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73168" y="16459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Search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3168" y="20116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Dijkstra with an admissible heuristic h(n). Prioritises nodes geometrically closer to the goal. Terminates early when goal is reached.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5237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Euclidean distance on spring-layout positions. f(n) = g(n) + h(n). Exact when h is admissible.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632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6366F1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3108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Structured Graphs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80360" y="313639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log V)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9768" y="3611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Graph SSSP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" y="3977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graph topology to a 2-column grid. Exploits structured adjacency for efficient exploration. Useful for planar approximations.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29768" y="44897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assigned to (row, col) grid cells. Grid edges inherit original weights where possible. Dijkstra applied on the grid.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6324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EC4899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3108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Preprocessing-Based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3136392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log V) query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73168" y="3611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Contraction Hierarchies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773168" y="3977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Preprocesses the graph by ordering and contracting nodes by importance. Adds shortcut edges. Queries run upward in the hierarchy.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44897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node importance ranking → witness search → shortcut generation. Query: upward Dijkstra on CH graph.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Deep Dive: Dijkstra (Binary Heap)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13233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dist[s] = 0 ; dist[v] = ∞  for all v ≠ 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 ← min-heap with (0, 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 ← 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7685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heap is not empty: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2374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(d, u) ← heap.pop()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u ∈ visited: CONTINUE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visited.add(u)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644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each neighbor v of u: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511296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 ← weight(u, v)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dist[u] + w &lt; dist[v]: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0050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dist[v] ← dist[u] + 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heap.push( (dist[v], v) 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9884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dist[], prev[]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07899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132338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536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 + E) log V)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8836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min-heap (heapq)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2311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for w ≥ 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5786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of node settlement recorded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127248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323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Binary Heap for Recommendation Networks?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621024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graphs are sparse — E ≈ O(V log V) — making the O((V+E) log V) binary heap ideal. It also serves as a baseline to compare accuracy and speed against A*, Grid SSSP, and CH across the 5 datasets ranging from 943 to 1M+ nodes.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Deep Dive: A* 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685800"/>
          </a:xfrm>
          <a:prstGeom prst="roundRect">
            <a:avLst>
              <a:gd name="adj" fmla="val 13333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Function:  f(n) = g(n) + h(n)    where  g(n) = cost from source,  h(n) = Euclidean distance heuristic to goal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9202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Spring-layout assigns 2D (x,y) positions to nodes. h(a,b) = √((x₁−x₂)² + (y₁−y₂)²). Admissible since layout distances ≤ true graph distances.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907792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535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Termination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82696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as soon as the goal node is popped from the open set, unlike Dijkstra which explores all reachable nodes.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941064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9867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visited set (closed) avoids re-expanding already-settled nodes, matching Dijkstra's visited mechanism.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160520" cy="3090672"/>
          </a:xfrm>
          <a:prstGeom prst="roundRect">
            <a:avLst>
              <a:gd name="adj" fmla="val 29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9385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vs Dijkstra Comparison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2340864"/>
          <a:ext cx="3886200" cy="25146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Dijkstra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A*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Goal-directed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Uses heuristic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Nodes explored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All reachable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Fewer (goal-biased)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Optimality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Always optimal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Optimal if h admissible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Complexity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O((V+E)logV)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O(E) best case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Contraction Hierarchies &amp; Grid Graph SSSP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Contraction Hierarchies (CH)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Node Importance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node by neighbour count + already-contracted neighbours.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0939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Priority Queue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6829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min-heap ordered by importance score.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67919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Witness 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5351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 Dijkstra to check if shortcut is necessary.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326440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Contract Node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53872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shortcut edges; remove node from working graph.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8496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Upward Graph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1239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directed graph where edges go from lower to higher rank.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CH Query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Upward Dijkstra from source — only higher-rank neighbours explored.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78992"/>
            <a:ext cx="0" cy="384048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846320" y="1078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Graph SSSP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53619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V nodes to a 2-column grid: (row, col) with rows = ⌈V/2⌉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edges created between adjacent cells (r1,c1) ↔ (r2,c2)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6700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 inherited from original graph where available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23697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applied on the resulting planar grid structure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80390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structured-graph baseline for comparison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437083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Approximates planar graph SSSP algorithms like Thorup's method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Demo &amp; Execution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Animations generated for all 5 datasets × 2 algorithms (A*, CH) = 10 incremental SSSP visualisations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28800"/>
          <a:ext cx="8503920" cy="242316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645920"/>
                <a:gridCol w="1737360"/>
                <a:gridCol w="17373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Nodes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Edges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A* Time (s)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 Time (s)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rec-MovieLens100K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943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~82,000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~0.05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~0.20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rec-AmazonBooks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~8,000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~45,000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~0.30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~2.50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rec-Netflix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17,770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100,480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~0.80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~6.00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rec-Yelp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~200,000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~900,000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~8.00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~60.0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rec-AmazonFull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1,000,000+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100,000,000+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N/A†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N/A†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3434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AmazonFull (1M+ nodes, 100M+ edges) requires distributed/sampled execution. Results recorded for largest feasible subgraph.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Animation: nodes turn red as they are settled. Growth rate reveals exploration pattern of each algorithm.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Cost Growth Curves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97280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/>
        </p:spPr>
      </p:sp>
      <p:sp>
        <p:nvSpPr>
          <p:cNvPr id="6" name="Text 3"/>
          <p:cNvSpPr/>
          <p:nvPr/>
        </p:nvSpPr>
        <p:spPr>
          <a:xfrm>
            <a:off x="6035040" y="1152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is consistently faster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35040" y="14264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terminates early (goal-directed), exploring far fewer nodes than CH's full upward pass.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897880" y="2029968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overhead grows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0" y="235915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preprocessing cost dominates on large graphs. Querying is fast but setup is expensive for non-road networks.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97880" y="2962656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Super-linear growth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35040" y="3291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algorithms show super-linear growth with edge count due to the dense structure of recommendation graphs.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97880" y="3895344"/>
            <a:ext cx="2926080" cy="841248"/>
          </a:xfrm>
          <a:prstGeom prst="roundRect">
            <a:avLst>
              <a:gd name="adj" fmla="val 8696"/>
            </a:avLst>
          </a:prstGeom>
          <a:solidFill>
            <a:srgbClr val="132338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950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gap at Yelp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422452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~200K nodes, CH is 7.5× slower than A*. Gap widens with scale, favouring heuristic-guided methods here.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Comparison Summary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3767328"/>
        </p:xfrm>
        <a:graphic>
          <a:graphicData uri="http://schemas.openxmlformats.org/drawingml/2006/table">
            <a:tbl>
              <a:tblPr/>
              <a:tblGrid>
                <a:gridCol w="1737360"/>
                <a:gridCol w="1691640"/>
                <a:gridCol w="1508760"/>
                <a:gridCol w="1508760"/>
                <a:gridCol w="18745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Dijkstra (Binary Heap)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A* Search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Grid SSSP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Contraction Hierarchies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Complexity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O((V+E)logV)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O(E) best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O(V logV)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O(V logV) query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Preprocessing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Spring layout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Grid construction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Full contraction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Optimality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Always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If h admissible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Approximate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Always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Goal-directed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Yes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Best for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General graphs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Point-to-point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Planar/grid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Repeated queries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Speed on Rec. Nets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Fast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Fastest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Slow (setup)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5C"/>
                          </a:solidFill>
                        </a:rPr>
                        <a:t>Scalability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Good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Limited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Poor on dense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 330  —  Recommendation Network SSSP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3233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898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networks are sparse but wide — classic Dijkstra and A* perform well; preprocessing-based CH pays off only with repeated queries.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3233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3969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was the fastest on point-to-point queries across all datasets, leveraging spring-layout positions as an admissible Euclidean heuristic.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3233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8950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89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88950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Hierarchies have high preprocessing cost; their advantage appears in GPS-scale road networks, not dense recommendation graphs.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47872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3233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63931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63931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Graph approach trades precision for structure — useful as a planar approximation baseline, but not optimal for general sparse graphs.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3233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438912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grows super-linearly with edges. AmazonFull (100M+ edges) highlights the need for distributed or approximate algorithms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2286000"/>
            <a:ext cx="3200400" cy="3200400"/>
          </a:xfrm>
          <a:prstGeom prst="ellipse">
            <a:avLst/>
          </a:prstGeom>
          <a:solidFill>
            <a:srgbClr val="0D1B2A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0D1B2A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Dijkstra, E.W. (1959). A note on two problems in connexion with graphs. Numerische Mathematik.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218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Hart, P. et al. (1968). A Formal Basis for the Heuristic Determination of Minimum Cost Paths. IEEE Trans. Sys. Sci.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6210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Geisberger, R. et al. (2008). Contraction Hierarchies: Faster and Simpler Hierarchical Routing. WEA 2008.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Repository — https://networkrepository.com/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44256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— https://networkx.org/ | Matplotlib — https://matplotlib.org/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Shortest Paths in Recommendation Networks</dc:title>
  <dc:subject>PptxGenJS Presentation</dc:subject>
  <dc:creator>CSAI 330 Team</dc:creator>
  <cp:lastModifiedBy>CSAI 330 Team</cp:lastModifiedBy>
  <cp:revision>1</cp:revision>
  <dcterms:created xsi:type="dcterms:W3CDTF">2026-06-26T18:43:32Z</dcterms:created>
  <dcterms:modified xsi:type="dcterms:W3CDTF">2026-06-26T18:43:32Z</dcterms:modified>
</cp:coreProperties>
</file>